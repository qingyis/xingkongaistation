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截屏2026-04-18 20.14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