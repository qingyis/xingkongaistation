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xingkongai.zeabur.ap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1828800"/>
            <a:ext cx="2743200" cy="27432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53348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560320"/>
            <a:ext cx="18288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926080"/>
            <a:ext cx="1371600" cy="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星空AI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卷爆所有中转站的星空AI来了！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AI API Gateway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48152" y="2525458"/>
            <a:ext cx="20547" cy="20547"/>
          </a:xfrm>
          <a:prstGeom prst="ellipse">
            <a:avLst/>
          </a:prstGeom>
          <a:solidFill>
            <a:srgbClr val="FFFFFF">
              <a:alpha val="39151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22276" y="3766654"/>
            <a:ext cx="41108" cy="41108"/>
          </a:xfrm>
          <a:prstGeom prst="ellipse">
            <a:avLst/>
          </a:prstGeom>
          <a:solidFill>
            <a:srgbClr val="FFFFFF">
              <a:alpha val="3586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423704" y="1132524"/>
            <a:ext cx="43263" cy="43263"/>
          </a:xfrm>
          <a:prstGeom prst="ellipse">
            <a:avLst/>
          </a:prstGeom>
          <a:solidFill>
            <a:srgbClr val="FFFFFF">
              <a:alpha val="61101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49605" y="1802781"/>
            <a:ext cx="24130" cy="24130"/>
          </a:xfrm>
          <a:prstGeom prst="ellipse">
            <a:avLst/>
          </a:prstGeom>
          <a:solidFill>
            <a:srgbClr val="FFFFFF">
              <a:alpha val="64813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27921" y="2230962"/>
            <a:ext cx="29425" cy="29425"/>
          </a:xfrm>
          <a:prstGeom prst="ellipse">
            <a:avLst/>
          </a:prstGeom>
          <a:solidFill>
            <a:srgbClr val="FFFFFF">
              <a:alpha val="3990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81983" y="4347280"/>
            <a:ext cx="25878" cy="25878"/>
          </a:xfrm>
          <a:prstGeom prst="ellipse">
            <a:avLst/>
          </a:prstGeom>
          <a:solidFill>
            <a:srgbClr val="FFFFFF">
              <a:alpha val="34068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41876" y="2816911"/>
            <a:ext cx="46939" cy="46939"/>
          </a:xfrm>
          <a:prstGeom prst="ellipse">
            <a:avLst/>
          </a:prstGeom>
          <a:solidFill>
            <a:srgbClr val="FFFFFF">
              <a:alpha val="63711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997253" y="1392873"/>
            <a:ext cx="28151" cy="28151"/>
          </a:xfrm>
          <a:prstGeom prst="ellipse">
            <a:avLst/>
          </a:prstGeom>
          <a:solidFill>
            <a:srgbClr val="FFFFFF">
              <a:alpha val="57217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669447" y="3339124"/>
            <a:ext cx="27218" cy="27218"/>
          </a:xfrm>
          <a:prstGeom prst="ellipse">
            <a:avLst/>
          </a:prstGeom>
          <a:solidFill>
            <a:srgbClr val="FFFFFF">
              <a:alpha val="3396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679224" y="3432415"/>
            <a:ext cx="35662" cy="35662"/>
          </a:xfrm>
          <a:prstGeom prst="ellipse">
            <a:avLst/>
          </a:prstGeom>
          <a:solidFill>
            <a:srgbClr val="FFFFFF">
              <a:alpha val="4569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354406" y="2988569"/>
            <a:ext cx="45840" cy="45840"/>
          </a:xfrm>
          <a:prstGeom prst="ellipse">
            <a:avLst/>
          </a:prstGeom>
          <a:solidFill>
            <a:srgbClr val="FFFFFF">
              <a:alpha val="41992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30694" y="1546702"/>
            <a:ext cx="34886" cy="34886"/>
          </a:xfrm>
          <a:prstGeom prst="ellipse">
            <a:avLst/>
          </a:prstGeom>
          <a:solidFill>
            <a:srgbClr val="FFFFFF">
              <a:alpha val="59442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366879" y="3235966"/>
            <a:ext cx="46369" cy="46369"/>
          </a:xfrm>
          <a:prstGeom prst="ellipse">
            <a:avLst/>
          </a:prstGeom>
          <a:solidFill>
            <a:srgbClr val="FFFFFF">
              <a:alpha val="48553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669518" y="4539076"/>
            <a:ext cx="25000" cy="25000"/>
          </a:xfrm>
          <a:prstGeom prst="ellipse">
            <a:avLst/>
          </a:prstGeom>
          <a:solidFill>
            <a:srgbClr val="FFFFFF">
              <a:alpha val="45874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137338" y="1540483"/>
            <a:ext cx="30159" cy="30159"/>
          </a:xfrm>
          <a:prstGeom prst="ellipse">
            <a:avLst/>
          </a:prstGeom>
          <a:solidFill>
            <a:srgbClr val="FFFFFF">
              <a:alpha val="42335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支持的AI模型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4000500" cy="59436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320040" cy="320040"/>
          </a:xfrm>
          <a:prstGeom prst="star5">
            <a:avLst/>
          </a:prstGeom>
          <a:solidFill>
            <a:srgbClr val="FF8C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07008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claude-haiku-4.5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57276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输入价格 $1.0000 / 1M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补全价格 $5.0000 / 1M Tokens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86300" y="1097280"/>
            <a:ext cx="4000500" cy="59436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23460" y="1234440"/>
            <a:ext cx="320040" cy="320040"/>
          </a:xfrm>
          <a:prstGeom prst="star5">
            <a:avLst/>
          </a:prstGeom>
          <a:solidFill>
            <a:srgbClr val="FF8C42"/>
          </a:solidFill>
          <a:ln/>
        </p:spPr>
      </p:sp>
      <p:sp>
        <p:nvSpPr>
          <p:cNvPr id="11" name="Text 9"/>
          <p:cNvSpPr/>
          <p:nvPr/>
        </p:nvSpPr>
        <p:spPr>
          <a:xfrm>
            <a:off x="5234940" y="1207008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claude-haiku-4.5-thinking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34940" y="157276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输入价格 $1.5000 / 1M Tokens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34940" y="175564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补全价格 $7.5000 / 1M Tokens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4000500" cy="59436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057400"/>
            <a:ext cx="320040" cy="320040"/>
          </a:xfrm>
          <a:prstGeom prst="star5">
            <a:avLst/>
          </a:prstGeom>
          <a:solidFill>
            <a:srgbClr val="FF8C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029968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9572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输入价格 $2.0000 / 1M Tokens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57860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补全价格 $10.0000 / 1M Tokens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86300" y="1920240"/>
            <a:ext cx="4000500" cy="59436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23460" y="2057400"/>
            <a:ext cx="320040" cy="320040"/>
          </a:xfrm>
          <a:prstGeom prst="star5">
            <a:avLst/>
          </a:prstGeom>
          <a:solidFill>
            <a:srgbClr val="FF8C42"/>
          </a:solidFill>
          <a:ln/>
        </p:spPr>
      </p:sp>
      <p:sp>
        <p:nvSpPr>
          <p:cNvPr id="21" name="Text 19"/>
          <p:cNvSpPr/>
          <p:nvPr/>
        </p:nvSpPr>
        <p:spPr>
          <a:xfrm>
            <a:off x="5234940" y="2029968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claude-sonnet-4.5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34940" y="239572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输入价格 $2.5000 / 1M Tokens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4940" y="257860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补全价格 $12.5000 / 1M Tokens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4000500" cy="59436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880360"/>
            <a:ext cx="320040" cy="320040"/>
          </a:xfrm>
          <a:prstGeom prst="star5">
            <a:avLst/>
          </a:prstGeom>
          <a:solidFill>
            <a:srgbClr val="FF8C42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2852928"/>
            <a:ext cx="33604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claude-sonnet-4.5-thinking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21868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输入价格 $3.7500 / 1M Tokens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3401568"/>
            <a:ext cx="33604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补全价格 $18.7500 / 1M Tokens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8229600" cy="914400"/>
          </a:xfrm>
          <a:prstGeom prst="roundRect">
            <a:avLst/>
          </a:prstGeom>
          <a:solidFill>
            <a:srgbClr val="0F3460"/>
          </a:solidFill>
          <a:ln w="381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330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超值价格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40080" y="446227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 = $100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0080" y="468172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 1500次 claude-sonnet-4.5-thinking 请求 ≈ 2000W token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立即体验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8288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822960"/>
          </a:xfrm>
          <a:prstGeom prst="roundRect">
            <a:avLst/>
          </a:prstGeom>
          <a:solidFill>
            <a:srgbClr val="0F3460"/>
          </a:solidFill>
          <a:ln w="381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星空AI中转站地址</a:t>
            </a:r>
            <a:endParaRPr lang="en-US" sz="2200" dirty="0"/>
          </a:p>
        </p:txBody>
      </p:sp>
      <p:sp>
        <p:nvSpPr>
          <p:cNvPr id="6" name="Text 4">
            <a:hlinkClick r:id="rId1" tooltip=""/>
          </p:cNvPr>
          <p:cNvSpPr/>
          <p:nvPr/>
        </p:nvSpPr>
        <p:spPr>
          <a:xfrm>
            <a:off x="640080" y="1783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u="sng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https://xingkongai.zeabur.app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核心优势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560320" cy="16459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⚡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支持高并发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无请求限制，轻松应对大规模调用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91840" y="3017520"/>
            <a:ext cx="2560320" cy="16459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342900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请求速度极快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毫秒级响应，极致性能体验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017520"/>
            <a:ext cx="2560320" cy="16459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D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🌏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263640" y="3794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国内无须魔法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4160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直连访问，稳定可靠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快速应用案例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2860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5943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2984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注册账号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508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赠送 10$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5943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32588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15000" y="129844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获取令牌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15000" y="15087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API Token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1965960"/>
            <a:ext cx="4023360" cy="5943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10312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17320" y="207568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配置请求地址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22860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https://xingkongai.zeabur.app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965960"/>
            <a:ext cx="4023360" cy="5943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92040" y="210312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03520" y="2075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715000" y="207568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配置令牌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0" y="22860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填入获取到的令牌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743200"/>
            <a:ext cx="4023360" cy="5943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28803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417320" y="28529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配置API格式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7320" y="3063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/ OpenAI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743200"/>
            <a:ext cx="4023360" cy="59436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2880360"/>
            <a:ext cx="320040" cy="3200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715000" y="28529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完美应用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715000" y="3063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Kilo / OpenCode 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657600"/>
            <a:ext cx="8412480" cy="54864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C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提示：新用户注册即送 10$ 额度，立即开始体验！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售后服务与技术支持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960120"/>
            <a:ext cx="182880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1828800"/>
            <a:ext cx="6400800" cy="1097280"/>
          </a:xfrm>
          <a:prstGeom prst="roundRect">
            <a:avLst/>
          </a:prstGeom>
          <a:solidFill>
            <a:srgbClr val="2D2D44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🛡️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423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完整的售后服务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828800" y="3200400"/>
            <a:ext cx="5486400" cy="1371600"/>
          </a:xfrm>
          <a:prstGeom prst="roundRect">
            <a:avLst/>
          </a:prstGeom>
          <a:solidFill>
            <a:srgbClr val="0F3460"/>
          </a:solidFill>
          <a:ln w="381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337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0" y="3749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加入技术支持QQ群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978772109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B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我们提供 7×24 小时技术支持，随时为您解答疑问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星空AI - 下一代AI API网关</dc:title>
  <dc:subject>PptxGenJS Presentation</dc:subject>
  <dc:creator>星空AI</dc:creator>
  <cp:lastModifiedBy>星空AI</cp:lastModifiedBy>
  <cp:revision>1</cp:revision>
  <dcterms:created xsi:type="dcterms:W3CDTF">2026-04-17T14:01:00Z</dcterms:created>
  <dcterms:modified xsi:type="dcterms:W3CDTF">2026-04-17T14:01:00Z</dcterms:modified>
</cp:coreProperties>
</file>